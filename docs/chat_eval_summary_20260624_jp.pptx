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eiryo"/>
              </a:rPr>
              <a:t>`/chat` 日本語コーパス評価 — 1枚サマリー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58368"/>
            <a:ext cx="11338560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C9D6EC"/>
                </a:solidFill>
                <a:latin typeface="Meiryo"/>
              </a:rPr>
              <a:t>評価日 2026-06-24 ／ 全120件(6カテゴリ×20) ／ RAGASベースライン n=24 ／ 検索 search_chat_corpus() ・ 回答 route_and_answer()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84124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02877"/>
            <a:ext cx="2926080" cy="41293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 dirty="0" err="1">
                <a:solidFill>
                  <a:srgbClr val="1F335E"/>
                </a:solidFill>
                <a:latin typeface="Meiryo"/>
              </a:rPr>
              <a:t>最大の成果</a:t>
            </a:r>
            <a:endParaRPr sz="1300" b="1" dirty="0">
              <a:solidFill>
                <a:srgbClr val="1F335E"/>
              </a:solidFill>
              <a:latin typeface="Meiryo"/>
            </a:endParaRPr>
          </a:p>
          <a:p>
            <a:pPr algn="l"/>
            <a:r>
              <a:rPr sz="1050" b="0" dirty="0" err="1">
                <a:solidFill>
                  <a:srgbClr val="555555"/>
                </a:solidFill>
                <a:latin typeface="Meiryo"/>
              </a:rPr>
              <a:t>invalid→コーパス・フォールバック</a:t>
            </a:r>
            <a:endParaRPr sz="1050" b="0" dirty="0">
              <a:solidFill>
                <a:srgbClr val="555555"/>
              </a:solidFill>
              <a:latin typeface="Meiry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6160" y="1225296"/>
            <a:ext cx="2331720" cy="7680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200" b="1">
                <a:solidFill>
                  <a:srgbClr val="1B7A3D"/>
                </a:solidFill>
                <a:latin typeface="Meiryo"/>
              </a:rPr>
              <a:t>65% → 100%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Meiryo"/>
              </a:rPr>
              <a:t>回答受理率 / RAG使用率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25296"/>
            <a:ext cx="2331720" cy="7680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200" b="1">
                <a:solidFill>
                  <a:srgbClr val="1B7A3D"/>
                </a:solidFill>
                <a:latin typeface="Meiryo"/>
              </a:rPr>
              <a:t>0.593 → 0.671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Meiryo"/>
              </a:rPr>
              <a:t>Answer Relevancy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225296"/>
            <a:ext cx="2331720" cy="7680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200" b="1">
                <a:solidFill>
                  <a:srgbClr val="1B7A3D"/>
                </a:solidFill>
                <a:latin typeface="Meiryo"/>
              </a:rPr>
              <a:t>0.733 → 0.871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Meiryo"/>
              </a:rPr>
              <a:t>Faithfulness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1225296"/>
            <a:ext cx="914400" cy="7680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2E5CA8"/>
                </a:solidFill>
                <a:latin typeface="Meiryo"/>
              </a:rPr>
              <a:t>4段階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Meiryo"/>
              </a:rPr>
              <a:t>改善累積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5623560" cy="310896"/>
          </a:xfrm>
          <a:prstGeom prst="rect">
            <a:avLst/>
          </a:prstGeom>
          <a:solidFill>
            <a:srgbClr val="2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5440680" cy="3108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① RAGAS品質 — 4段階の累積改善 (n=24)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2670048"/>
          <a:ext cx="5623555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基準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原則6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top_k4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原則7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Answer Relevancy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0.593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0.633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0.665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0.671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Faithfulness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0.733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0.795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0.832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0.871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Context Precision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0.896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0.910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Context Recall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0.917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0.917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0.917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0.917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retrieval_hit_rate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0.958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0.958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0.958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route_accept_rate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4983480"/>
            <a:ext cx="562356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eiryo"/>
              </a:rPr>
              <a:t>改善施策: 原則6 (DIRECT &amp; COMPLETE) → top_k 8→4 → 原則7 (SCOPE MATCH)。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Meiryo"/>
              </a:rPr>
              <a:t>無関係な締め文を排しAR・Faithfulnessが同時上昇。検索/ルーティング指標は無回帰。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286000"/>
            <a:ext cx="5577840" cy="310896"/>
          </a:xfrm>
          <a:prstGeom prst="rect">
            <a:avLst/>
          </a:prstGeom>
          <a:solidFill>
            <a:srgbClr val="2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2286000"/>
            <a:ext cx="5394960" cy="3108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② プラン生成品質 (ルール評価 n=8, v2)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99632" y="2670048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基準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v2</a:t>
                      </a:r>
                    </a:p>
                  </a:txBody>
                  <a:tcPr marL="63500" marR="50800" marT="12700" marB="12700" anchor="ctr">
                    <a:solidFill>
                      <a:srgbClr val="1F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day_count_accuracy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0.875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slot_fill_rate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0.875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0.875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format_compliance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1.000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meal_url_rate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Meiryo"/>
                        </a:rPr>
                        <a:t>0.938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7A3D"/>
                          </a:solidFill>
                          <a:latin typeface="Meiryo"/>
                        </a:rPr>
                        <a:t>0.938</a:t>
                      </a:r>
                    </a:p>
                  </a:txBody>
                  <a:tcPr marL="63500" marR="50800" marT="12700" marB="12700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99632" y="4206240"/>
            <a:ext cx="55778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eiryo"/>
              </a:rPr>
              <a:t>日数精度100%達成 (ソウル3泊4日の欠落日を復旧)。残課題: 一部夕食スロットの空欄。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4828032"/>
            <a:ext cx="5577840" cy="1627632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901184"/>
            <a:ext cx="5303520" cy="1508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>
                <a:solidFill>
                  <a:srgbClr val="1F335E"/>
                </a:solidFill>
                <a:latin typeface="Meiryo"/>
              </a:rPr>
              <a:t>結論・次の一手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Meiryo"/>
              </a:rPr>
              <a:t>• コーパス検索は正常 — 最大のボトルネックだった分類器の先行拒否をフォールバックで解消。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Meiryo"/>
              </a:rPr>
              <a:t>• RAGAS4指標は算出可能 (timeout 240s+コンテキスト縮小)。faithfulness系は高コスト→小標本で定期測定。</a:t>
            </a:r>
          </a:p>
          <a:p>
            <a:pPr algn="l"/>
            <a:r>
              <a:rPr sz="1050" b="0">
                <a:solidFill>
                  <a:srgbClr val="222222"/>
                </a:solidFill>
                <a:latin typeface="Meiryo"/>
              </a:rPr>
              <a:t>• 最優先課題: Answer Relevancy 0.671 → 目標0.80まで残0.129。回答長/構成の最適化が次段階。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eiryo"/>
              </a:rPr>
              <a:t>出典: evaluation/reports/chat_corpus_eval_20260624.md ・ chat_corpus_ragas_scope7.json / plan_eval_v2.json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</Words>
  <Application>Microsoft Office PowerPoint</Application>
  <PresentationFormat>ワイド画面</PresentationFormat>
  <Paragraphs>72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jaehoon Park</cp:lastModifiedBy>
  <cp:revision>2</cp:revision>
  <dcterms:created xsi:type="dcterms:W3CDTF">2013-01-27T09:14:16Z</dcterms:created>
  <dcterms:modified xsi:type="dcterms:W3CDTF">2026-06-25T00:35:39Z</dcterms:modified>
  <cp:category/>
</cp:coreProperties>
</file>